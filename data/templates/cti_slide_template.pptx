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F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{{TITULO}}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Fonte: {{FONTE}}   |   Data: {{DATA}}   |   Relevância: {{SCORE}}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22222"/>
                </a:solidFill>
              </a:rPr>
              <a:t>{{RESUMO}}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6C1"/>
                </a:solidFill>
              </a:rPr>
              <a:t>CVEs: {{CVES}}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Setores-alvo: {{SETORES}}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55555"/>
                </a:solidFill>
              </a:rPr>
              <a:t>Países-alvo: {{PAISES}}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44444"/>
                </a:solidFill>
              </a:rPr>
              <a:t>IoCs:
{{IOCS}}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E86C1"/>
                </a:solidFill>
              </a:rPr>
              <a:t>🔗 {{LINK}}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